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副标题 2"/>
          <p:cNvSpPr>
            <a:spLocks noGrp="1"/>
          </p:cNvSpPr>
          <p:nvPr/>
        </p:nvSpPr>
        <p:spPr>
          <a:xfrm>
            <a:off x="1269365" y="2452370"/>
            <a:ext cx="8894445" cy="16554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0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/>
              <a:t>假如你是券商金融工程研究所的员工，我是私募基金经理，你需要设计高质量的股票策略报告，提交</a:t>
            </a:r>
            <a:r>
              <a:rPr lang="en-US" altLang="zh-CN"/>
              <a:t>jupyter notebook</a:t>
            </a:r>
            <a:r>
              <a:rPr lang="zh-CN" altLang="en-US"/>
              <a:t>和报告给我。报告内容类似之前的研报，包括因子分析</a:t>
            </a:r>
            <a:r>
              <a:rPr lang="zh-CN" altLang="en-US">
                <a:sym typeface="+mn-ea"/>
              </a:rPr>
              <a:t>（最好带经济逻辑）</a:t>
            </a:r>
            <a:r>
              <a:rPr lang="zh-CN" altLang="en-US"/>
              <a:t>，策略评估等。我会综合考虑收益，稳定性，可复现的角度进行考核。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龙云深</dc:creator>
  <cp:lastModifiedBy>微信用户</cp:lastModifiedBy>
  <cp:revision>11</cp:revision>
  <dcterms:created xsi:type="dcterms:W3CDTF">2023-08-09T12:44:00Z</dcterms:created>
  <dcterms:modified xsi:type="dcterms:W3CDTF">2026-04-03T15:01:54Z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B6D9136328F84B3BA6824FD131012529_12</vt:lpwstr>
  </property>
</Properties>
</file>